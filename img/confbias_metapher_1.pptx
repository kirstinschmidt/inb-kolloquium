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04"/>
  </p:normalViewPr>
  <p:slideViewPr>
    <p:cSldViewPr snapToGrid="0">
      <p:cViewPr varScale="1">
        <p:scale>
          <a:sx n="105" d="100"/>
          <a:sy n="105" d="100"/>
        </p:scale>
        <p:origin x="7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ABC42B-8789-799B-E8B9-B8E4382612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18A592A-032F-8A30-C4EC-35CFA82ED9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2CC55B8-A9DA-4D7F-C9B0-D2735A9DD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29286-6FE5-5D45-BB54-E62AB0476AF5}" type="datetimeFigureOut">
              <a:rPr lang="de-DE" smtClean="0"/>
              <a:t>12.03.26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17B9D8E-F36C-843D-8305-2330833DE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305A8D2-F7CB-1607-78B3-3566529C0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35D76-6193-7742-86A1-7110420D1C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3616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2E33AD-7302-020E-714E-CC33459AF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FAC1D9-1954-5465-1D14-A4722BFBC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07D6330-990A-E60B-41B9-D94C1D6B1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29286-6FE5-5D45-BB54-E62AB0476AF5}" type="datetimeFigureOut">
              <a:rPr lang="de-DE" smtClean="0"/>
              <a:t>12.03.26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403836-5AA3-FD34-A3EF-B3649B9A2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71DF73D-424A-ECB5-DD8F-B867B87C1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35D76-6193-7742-86A1-7110420D1C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666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45DA0B-3E6F-E617-F3A4-B4C92CB59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C5AF5C2-23A3-7743-8941-450AE339F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E0362D-0F35-DEEF-B14B-324D8457E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29286-6FE5-5D45-BB54-E62AB0476AF5}" type="datetimeFigureOut">
              <a:rPr lang="de-DE" smtClean="0"/>
              <a:t>12.03.26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E1E913B-F37A-A4E9-DDFC-83FE07015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6177A59-7653-C8E0-D662-9FEA220BC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35D76-6193-7742-86A1-7110420D1C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4487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7A1816-56B2-9818-A65D-31DFFDE27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C5107F8-CBBA-B575-CF15-6E9F832C6B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E8CC2B1-26C9-C41D-C8F7-F13746B92B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8D35A50-DA15-D236-D974-BE7DF6EA3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29286-6FE5-5D45-BB54-E62AB0476AF5}" type="datetimeFigureOut">
              <a:rPr lang="de-DE" smtClean="0"/>
              <a:t>12.03.26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E01640F-8F42-D4AE-EFAE-A79E05F3A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F7DC3C4-2DA1-E13A-B3ED-B7E9E4B19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35D76-6193-7742-86A1-7110420D1C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3430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01DA98-08F1-9803-296B-907510554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8EA8479-8100-933E-85A8-0AE9765DB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49D3BB0-306B-25E8-A055-A7C82EEE12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57E522A-98F1-F0FB-68DA-5C33DBF677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6C978A6-D35A-DE51-81B3-8185E6C393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149D2D7-8012-E6D8-C117-849332130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29286-6FE5-5D45-BB54-E62AB0476AF5}" type="datetimeFigureOut">
              <a:rPr lang="de-DE" smtClean="0"/>
              <a:t>12.03.26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77533CC-CADA-8ABE-D166-9B2F92148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94107A3-8E78-91B9-6F91-19BF4E119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35D76-6193-7742-86A1-7110420D1C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675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43B331-F070-7F1B-D827-F88AE2EB5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D0FE4BF-EBB0-E3D6-7F69-3FB426192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29286-6FE5-5D45-BB54-E62AB0476AF5}" type="datetimeFigureOut">
              <a:rPr lang="de-DE" smtClean="0"/>
              <a:t>12.03.26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52FC4F8-74D2-DF60-C3B0-377FC48AB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1BAE0E9-49AE-2165-6C0C-2E0714CD5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35D76-6193-7742-86A1-7110420D1C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6052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FF63C37-08ED-1D55-BA9A-D5B57A938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29286-6FE5-5D45-BB54-E62AB0476AF5}" type="datetimeFigureOut">
              <a:rPr lang="de-DE" smtClean="0"/>
              <a:t>12.03.26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31C05C6-9D2A-0BD3-A57F-B4EC899C9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9E82E4F-A99B-95C5-1325-1B6011829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35D76-6193-7742-86A1-7110420D1C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9800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5918FF-E3C8-32D0-22BF-DB788DDAE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4BC592E-6A27-6A15-04E2-2808757E1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6B584BA-E2F1-7133-D664-F359760932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C7F6E3F-89C7-B718-DA30-B1474D750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29286-6FE5-5D45-BB54-E62AB0476AF5}" type="datetimeFigureOut">
              <a:rPr lang="de-DE" smtClean="0"/>
              <a:t>12.03.26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0F8F1C0-6ACB-788F-2177-64B6F8A22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16D252D-84AF-0CD5-D99B-16AB0FA6F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35D76-6193-7742-86A1-7110420D1C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7260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13CAA7-3963-58D4-FC89-00ED728D6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BC0EA65-331D-FF8E-F4AB-0CCABDD0A8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645E679-5545-D3D3-4EE7-F32379016C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7E50796-ECF2-F462-46E4-8DE356CAD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29286-6FE5-5D45-BB54-E62AB0476AF5}" type="datetimeFigureOut">
              <a:rPr lang="de-DE" smtClean="0"/>
              <a:t>12.03.26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A1B4258-4B78-082A-F308-447A36E01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8F26A46-BA42-F7C1-231E-32B59A0B5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35D76-6193-7742-86A1-7110420D1C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4400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B63E04-D04B-545B-ADD5-4ED968B90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2F55E4F-802E-2C95-C2B8-D70E32385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B53C273-476A-F1E5-2B55-AAF5CF023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29286-6FE5-5D45-BB54-E62AB0476AF5}" type="datetimeFigureOut">
              <a:rPr lang="de-DE" smtClean="0"/>
              <a:t>12.03.26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19A366D-863E-0528-9A87-5A99E2F0B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D96E01-D3F6-F91E-8FAA-0C40539BB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35D76-6193-7742-86A1-7110420D1C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0150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FA78EBC-8EC9-2BB6-7AD8-1934E18F45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BFDA2E2-AE3B-68FE-405A-0AFB0CAC6B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C5C5C14-D4C8-3525-8166-77860EE85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29286-6FE5-5D45-BB54-E62AB0476AF5}" type="datetimeFigureOut">
              <a:rPr lang="de-DE" smtClean="0"/>
              <a:t>12.03.26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7428D27-0444-E8F7-B8D8-0A65F4F4B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BAD5436-EE9C-03B5-4FAA-D16374B0F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35D76-6193-7742-86A1-7110420D1C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7261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81E5A60-597B-C3FC-AF17-2B7AEF02A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EEAD91D-CDE1-077E-212A-9C1E72FC9E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753F7AE-1435-A7DB-7CF6-D321D4C007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29286-6FE5-5D45-BB54-E62AB0476AF5}" type="datetimeFigureOut">
              <a:rPr lang="de-DE" smtClean="0"/>
              <a:t>12.03.26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CC7637E-6D31-FD57-52C6-E342C7E350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286A6A-18C0-AD3A-6C21-D97175A32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435D76-6193-7742-86A1-7110420D1C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0898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2C2323A6-3216-165E-ACCC-47DF07C0A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9902" y="749300"/>
            <a:ext cx="5168900" cy="535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355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Breitbild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Kirstin Schmidt</dc:creator>
  <cp:lastModifiedBy>Kirstin Schmidt</cp:lastModifiedBy>
  <cp:revision>1</cp:revision>
  <dcterms:created xsi:type="dcterms:W3CDTF">2026-03-12T12:34:31Z</dcterms:created>
  <dcterms:modified xsi:type="dcterms:W3CDTF">2026-03-12T12:35:13Z</dcterms:modified>
</cp:coreProperties>
</file>